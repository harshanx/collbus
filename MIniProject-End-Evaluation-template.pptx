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a3940af0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a3940af0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a3940af04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a3940af04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a3940af04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a3940af04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a3940af04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da3940af04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a3940af04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da3940af04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/>
              <a:t>Title &amp; Group Identification</a:t>
            </a:r>
            <a:endParaRPr b="1" sz="1700"/>
          </a:p>
          <a:p>
            <a:pPr indent="0" lvl="0" marL="0" rtl="0" algn="ctr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64705"/>
              <a:buFont typeface="Arial"/>
              <a:buNone/>
            </a:pPr>
            <a:r>
              <a:rPr b="1" lang="en" sz="1700"/>
              <a:t>Mid-Term Modifications &amp; Innovations</a:t>
            </a:r>
            <a:endParaRPr b="1" sz="17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Requirement:</a:t>
            </a:r>
            <a:r>
              <a:rPr lang="en" sz="1400">
                <a:solidFill>
                  <a:schemeClr val="dk1"/>
                </a:solidFill>
              </a:rPr>
              <a:t> Changes made as per modifications suggested during mid-term evaluation.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Content:</a:t>
            </a:r>
            <a:endParaRPr b="1"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b="1" lang="en">
                <a:solidFill>
                  <a:schemeClr val="dk1"/>
                </a:solidFill>
              </a:rPr>
              <a:t>Suggestion 1:</a:t>
            </a:r>
            <a:r>
              <a:rPr lang="en">
                <a:solidFill>
                  <a:schemeClr val="dk1"/>
                </a:solidFill>
              </a:rPr>
              <a:t> [Feedback from Mid-term] $\rightarrow$ </a:t>
            </a:r>
            <a:r>
              <a:rPr b="1" lang="en">
                <a:solidFill>
                  <a:schemeClr val="dk1"/>
                </a:solidFill>
              </a:rPr>
              <a:t>Action:</a:t>
            </a:r>
            <a:r>
              <a:rPr lang="en">
                <a:solidFill>
                  <a:schemeClr val="dk1"/>
                </a:solidFill>
              </a:rPr>
              <a:t> [How you fixed it].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b="1" lang="en">
                <a:solidFill>
                  <a:schemeClr val="dk1"/>
                </a:solidFill>
              </a:rPr>
              <a:t>Suggestion 2:</a:t>
            </a:r>
            <a:r>
              <a:rPr lang="en">
                <a:solidFill>
                  <a:schemeClr val="dk1"/>
                </a:solidFill>
              </a:rPr>
              <a:t> [Feedback from Mid-term] $\rightarrow$ </a:t>
            </a:r>
            <a:r>
              <a:rPr b="1" lang="en">
                <a:solidFill>
                  <a:schemeClr val="dk1"/>
                </a:solidFill>
              </a:rPr>
              <a:t>Action:</a:t>
            </a:r>
            <a:r>
              <a:rPr lang="en">
                <a:solidFill>
                  <a:schemeClr val="dk1"/>
                </a:solidFill>
              </a:rPr>
              <a:t> [How you fixed it].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b="1" lang="en">
                <a:solidFill>
                  <a:schemeClr val="dk1"/>
                </a:solidFill>
              </a:rPr>
              <a:t>New Innovations:</a:t>
            </a:r>
            <a:r>
              <a:rPr lang="en">
                <a:solidFill>
                  <a:schemeClr val="dk1"/>
                </a:solidFill>
              </a:rPr>
              <a:t> Highlight features added beyond the original scope to secure "Excellent" status.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64705"/>
              <a:buFont typeface="Arial"/>
              <a:buNone/>
            </a:pPr>
            <a:r>
              <a:rPr b="1" lang="en" sz="1700"/>
              <a:t>Project Objectives &amp; Achievement</a:t>
            </a:r>
            <a:endParaRPr b="1" sz="17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Requirement:</a:t>
            </a:r>
            <a:r>
              <a:rPr lang="en" sz="1500">
                <a:solidFill>
                  <a:schemeClr val="dk1"/>
                </a:solidFill>
              </a:rPr>
              <a:t> Show that all defined objectives are achieved.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Content:</a:t>
            </a:r>
            <a:endParaRPr b="1"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b="1" lang="en" sz="1500">
                <a:solidFill>
                  <a:schemeClr val="dk1"/>
                </a:solidFill>
              </a:rPr>
              <a:t>Objective 1:</a:t>
            </a:r>
            <a:r>
              <a:rPr lang="en" sz="1500">
                <a:solidFill>
                  <a:schemeClr val="dk1"/>
                </a:solidFill>
              </a:rPr>
              <a:t> [Description] — </a:t>
            </a:r>
            <a:r>
              <a:rPr b="1" lang="en" sz="1500">
                <a:solidFill>
                  <a:schemeClr val="dk1"/>
                </a:solidFill>
              </a:rPr>
              <a:t>Status: 100% Completed.</a:t>
            </a:r>
            <a:endParaRPr b="1"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b="1" lang="en" sz="1500">
                <a:solidFill>
                  <a:schemeClr val="dk1"/>
                </a:solidFill>
              </a:rPr>
              <a:t>Objective 2:</a:t>
            </a:r>
            <a:r>
              <a:rPr lang="en" sz="1500">
                <a:solidFill>
                  <a:schemeClr val="dk1"/>
                </a:solidFill>
              </a:rPr>
              <a:t> [Description] — </a:t>
            </a:r>
            <a:r>
              <a:rPr b="1" lang="en" sz="1500">
                <a:solidFill>
                  <a:schemeClr val="dk1"/>
                </a:solidFill>
              </a:rPr>
              <a:t>Status: 100% Completed.</a:t>
            </a:r>
            <a:endParaRPr b="1"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b="1" lang="en" sz="1500">
                <a:solidFill>
                  <a:schemeClr val="dk1"/>
                </a:solidFill>
              </a:rPr>
              <a:t>Objective 3:</a:t>
            </a:r>
            <a:r>
              <a:rPr lang="en" sz="1500">
                <a:solidFill>
                  <a:schemeClr val="dk1"/>
                </a:solidFill>
              </a:rPr>
              <a:t> [Description] — </a:t>
            </a:r>
            <a:r>
              <a:rPr b="1" lang="en" sz="1500">
                <a:solidFill>
                  <a:schemeClr val="dk1"/>
                </a:solidFill>
              </a:rPr>
              <a:t>Status: 100% Completed.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64705"/>
              <a:buFont typeface="Arial"/>
              <a:buNone/>
            </a:pPr>
            <a:r>
              <a:rPr b="1" lang="en" sz="1700"/>
              <a:t>System Integration &amp; Accuracy</a:t>
            </a:r>
            <a:endParaRPr b="1" sz="17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Requirement:</a:t>
            </a:r>
            <a:r>
              <a:rPr lang="en" sz="1400">
                <a:solidFill>
                  <a:schemeClr val="dk1"/>
                </a:solidFill>
              </a:rPr>
              <a:t> Demonstrate that all modules of the project are well integrated and system working is accurate.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Content:</a:t>
            </a:r>
            <a:endParaRPr b="1"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b="1" lang="en">
                <a:solidFill>
                  <a:schemeClr val="dk1"/>
                </a:solidFill>
              </a:rPr>
              <a:t>Integration Map:</a:t>
            </a:r>
            <a:r>
              <a:rPr lang="en">
                <a:solidFill>
                  <a:schemeClr val="dk1"/>
                </a:solidFill>
              </a:rPr>
              <a:t> Briefly explain how [Module A] connects to [Module B].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b="1" lang="en">
                <a:solidFill>
                  <a:schemeClr val="dk1"/>
                </a:solidFill>
              </a:rPr>
              <a:t>Accuracy Check:</a:t>
            </a:r>
            <a:r>
              <a:rPr lang="en">
                <a:solidFill>
                  <a:schemeClr val="dk1"/>
                </a:solidFill>
              </a:rPr>
              <a:t> Mention any testing or validation performed to prove the system works correctly as a whole.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64705"/>
              <a:buFont typeface="Arial"/>
              <a:buNone/>
            </a:pPr>
            <a:r>
              <a:t/>
            </a:r>
            <a:endParaRPr b="1" sz="17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87500" y="1017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</a:rPr>
              <a:t>Project Demonstration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64705"/>
              <a:buFont typeface="Arial"/>
              <a:buNone/>
            </a:pPr>
            <a:r>
              <a:rPr b="1" lang="en" sz="1700"/>
              <a:t>Conclusion &amp; Results</a:t>
            </a:r>
            <a:endParaRPr b="1" sz="17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1" marL="9144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 sz="1700">
                <a:solidFill>
                  <a:schemeClr val="dk1"/>
                </a:solidFill>
              </a:rPr>
              <a:t>Summary of the project's final output.</a:t>
            </a:r>
            <a:endParaRPr b="1" sz="17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 sz="1700">
                <a:solidFill>
                  <a:schemeClr val="dk1"/>
                </a:solidFill>
              </a:rPr>
              <a:t>The impact of the integrated system.</a:t>
            </a:r>
            <a:endParaRPr b="1" sz="17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 sz="1700">
                <a:solidFill>
                  <a:schemeClr val="dk1"/>
                </a:solidFill>
              </a:rPr>
              <a:t>Lessons learned during the development process.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